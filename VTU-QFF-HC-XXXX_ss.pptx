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3977640" y="1097615"/>
            <a:ext cx="5166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TITLE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Quantum Computing Learning Platform</a:t>
            </a:r>
          </a:p>
        </p:txBody>
      </p:sp>
      <p:sp>
        <p:nvSpPr>
          <p:cNvPr id="11" name="Field: TRACK"/>
          <p:cNvSpPr/>
          <p:nvPr/>
        </p:nvSpPr>
        <p:spPr>
          <a:xfrm>
            <a:off x="4023360" y="1765127"/>
            <a:ext cx="2286000" cy="630601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</a:t>
            </a:r>
          </a:p>
          <a:p>
            <a:pPr marL="0" indent="0" algn="l">
              <a:buNone/>
            </a:pPr>
            <a:r>
              <a:rPr lang="en-US" sz="1200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Quantum cloud based application</a:t>
            </a:r>
          </a:p>
        </p:txBody>
      </p:sp>
      <p:sp>
        <p:nvSpPr>
          <p:cNvPr id="12" name="Field: TEAM NAME"/>
          <p:cNvSpPr/>
          <p:nvPr/>
        </p:nvSpPr>
        <p:spPr>
          <a:xfrm>
            <a:off x="6400800" y="1805940"/>
            <a:ext cx="2743200" cy="58978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NAME</a:t>
            </a:r>
          </a:p>
          <a:p>
            <a:pPr marL="0" indent="0" algn="l">
              <a:buNone/>
            </a:pPr>
            <a:r>
              <a:rPr lang="en-US" sz="1300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Quantum minds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ield: TEAM LEADER"/>
          <p:cNvSpPr/>
          <p:nvPr/>
        </p:nvSpPr>
        <p:spPr>
          <a:xfrm>
            <a:off x="4034883" y="2452878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LEADER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Soleha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Soudagar</a:t>
            </a:r>
          </a:p>
        </p:txBody>
      </p:sp>
      <p:sp>
        <p:nvSpPr>
          <p:cNvPr id="14" name="Field: EMAIL / CONTACT"/>
          <p:cNvSpPr/>
          <p:nvPr/>
        </p:nvSpPr>
        <p:spPr>
          <a:xfrm>
            <a:off x="6400800" y="2436876"/>
            <a:ext cx="2743200" cy="562356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r>
              <a:rPr lang="en-US" sz="1200" dirty="0"/>
              <a:t>solehasoudagar7338282304@gmail.com</a:t>
            </a:r>
          </a:p>
        </p:txBody>
      </p:sp>
      <p:sp>
        <p:nvSpPr>
          <p:cNvPr id="15" name="Field: TEAM MEMBERS"/>
          <p:cNvSpPr/>
          <p:nvPr/>
        </p:nvSpPr>
        <p:spPr>
          <a:xfrm>
            <a:off x="4023360" y="3040380"/>
            <a:ext cx="5120640" cy="589788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</a:p>
          <a:p>
            <a:pPr marL="0" indent="0" algn="l">
              <a:buNone/>
            </a:pPr>
            <a:r>
              <a:rPr lang="en-US" sz="1400" kern="0" spc="100" dirty="0" err="1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Soleha.S</a:t>
            </a:r>
            <a:r>
              <a:rPr lang="en-US" sz="1400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kern="0" spc="100" dirty="0" err="1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Vaishnavi.K</a:t>
            </a:r>
            <a:r>
              <a:rPr lang="en-US" sz="1400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kern="0" spc="100" dirty="0" err="1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Sanmeet.J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691982"/>
            <a:ext cx="2649122" cy="699516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</a:p>
          <a:p>
            <a:pPr marL="0" indent="0" algn="l">
              <a:buNone/>
            </a:pPr>
            <a:r>
              <a:rPr lang="en-US" sz="1200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Jain College Of Engineering And Research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ield: COUNTRY"/>
          <p:cNvSpPr/>
          <p:nvPr/>
        </p:nvSpPr>
        <p:spPr>
          <a:xfrm>
            <a:off x="6746487" y="3717426"/>
            <a:ext cx="2397513" cy="67407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</a:p>
          <a:p>
            <a:pPr marL="0" indent="0" algn="l">
              <a:buNone/>
            </a:pPr>
            <a:r>
              <a:rPr lang="en-US" sz="1400" kern="0" spc="100" dirty="0">
                <a:solidFill>
                  <a:srgbClr val="5B3B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6983" y="2002536"/>
            <a:ext cx="7416304" cy="195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quantum gates and quantum circuits is challenging for beginners due to their mathematical complexity and limited access to quantum computing resources. An interactive cloud-based application is needed to simplify learning and experimentation with quantum gates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1755648"/>
            <a:ext cx="7711440" cy="280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Make quantum computing easy for beginners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Teach quantum gates and circuits interactively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Visualize circuits and measurement probabilities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hands-on quantum experimentation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quantum gate visualization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circuit simulation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probability-based results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Learning, simulation and assessment in one platform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64792"/>
            <a:ext cx="7780578" cy="274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cloud-based quantum learning platform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 quantum gates and circuit construction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Simulate circuits and display measurement probabilities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quizzes and performance-based scorecards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ADVANTAGES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understanding through visual simulation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Hands-on experience without physical quantum hardware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superposition and quantum behavior interactively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access to quantum computing concepts from anywhere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circuit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qc.draw("mpl")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2817170" cy="77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DETAILS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Platform: Web-based Quantum Learning Lab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Core: Quantum gates &amp; circuit simulation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Visualization: Interactive circuit and probability graphs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Learning: Gate explanations and step-by-step guidance</a:t>
            </a:r>
          </a:p>
          <a:p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BA93F-16BE-4E14-EF68-17941D534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9377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19" y="1874520"/>
            <a:ext cx="7854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selects quantum gates and builds a circuit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Circuit is simulated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Measurement results are calculated and visualized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Probability graphs help users understand quantum behavior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Quizzes and scorecards provide learning feedback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Frontend: HTML, CSS, JavaScript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Quantum: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Visualization: JavaScript Charts / Graphs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Deployment: Firebase Hosting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results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plot or table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2765131" cy="2177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Simulation Shots: 1,024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 State: 00 — 499 counts (48.7%)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Most Frequent State: 11 — 473 counts (46.3%)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01: 25 counts (2.4%)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10: 27 counts (2.6%)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A05416-66DC-EE2E-6006-3FD221914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9377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/>
              <a:t>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quantum computing simple and accessible for beginners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interactive, hands-on learning without physical quantum hardware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students understand quantum gates, circuits and probabilities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classroom teaching, workshops and academic training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experimentation with quantum algorithms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Builds practical skills for future quantum technology careers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support research and educational demonstrations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Creates a foundation for quantum AI, cryptography and optimization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19" y="1764792"/>
            <a:ext cx="6933086" cy="279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Quantum concepts can be difficult for beginners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simulation of quantum behavior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Making complex circuits easy to visualize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access to real quantum hardware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 with real quantum computers through cloud APIs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more advanced quantum algorithms and gates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Introduce multiplayer and collaborative circuit building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AI-based personalized learning and guidance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79576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194560" cy="87782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</a:p>
          <a:p>
            <a:endParaRPr lang="en-US" sz="900" dirty="0"/>
          </a:p>
          <a:p>
            <a:r>
              <a:rPr lang="en-US" sz="900" dirty="0"/>
              <a:t>https://sanmeet334.github.io/QuantumGate/</a:t>
            </a:r>
          </a:p>
          <a:p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377440" cy="87782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</a:p>
          <a:p>
            <a:r>
              <a:rPr lang="en-US" sz="900" dirty="0"/>
              <a:t>https://youtu.be/XC_9ikKNNzo?si=sPJs9dxAsKMfrUr_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589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Georgia</vt:lpstr>
      <vt:lpstr>Nirmala UI</vt:lpstr>
      <vt:lpstr>Times New Roman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SANMEET JADHAV</dc:creator>
  <cp:lastModifiedBy>Sanmeet jadhav</cp:lastModifiedBy>
  <cp:revision>2</cp:revision>
  <dcterms:modified xsi:type="dcterms:W3CDTF">2026-10-23T05:16:39Z</dcterms:modified>
</cp:coreProperties>
</file>